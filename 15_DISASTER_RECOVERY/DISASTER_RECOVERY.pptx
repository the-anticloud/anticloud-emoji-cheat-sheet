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EMOJI_CHEAT_SHEET | Category: REAL_ESTATE</a:t>
            </a:r>
          </a:p>
          <a:p>
            <a:r>
              <a:rPr sz="1400"/>
              <a:t>Upstream: https://github.com/ikatyang/emoji-cheat-sheet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EMOJI_CHEAT_SHEET.</a:t>
            </a:r>
          </a:p>
          <a:p>
            <a:r>
              <a:rPr sz="1400"/>
              <a:t>(placeholder) Use: github.com/wger-project/wger-inspired real estate tenant portal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EMOJI_CHEAT_SHEET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